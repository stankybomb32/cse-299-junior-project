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Neural Networks from the Ground Up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3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one with only NumPy, then comparing it with a framework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3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299, Section 3, Group 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3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Priyo Raihan, Sheanthea Akter, Marzia Anjum, Mustofa Nuruzzaman, Sayema Tasnim Aroni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and TensorFlow make training easy, but they hide how it works.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students cannot explain why a model fails to learn.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question: how does a network built from scratch compare with a framework model, and why?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E3EEE9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Build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using only NumPy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E3EEE9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600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Check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488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our gradients with numerical gradient checking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E3EEE9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600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Compare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1488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it against Keras or PyTorch and explain the differences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Wisconsin dataset: 569 patients, 30 measurements each.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357 benign and 212 malignant cases.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70% train, 15% validation, 15% test.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numbers using training data only, to avoid cheating.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malignant case is the worst mistake, so we also report precision, recall and F1.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E3EEE9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600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670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E3EEE9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371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600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670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E3EEE9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371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32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1600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670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949440" y="13716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E3EEE9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1371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74320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pass: each layer multiplies, adds a bias, then applies an activation.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pass: the error flows back to give every weight its gradient.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network is built in NumPy and in the framework.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train and check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start values: Xavier and He.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Optimizers: SGD, SGD with momentum, and Adam.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check: compare our gradients with a small-step estimate. They must match closely (error below 10⁻⁷).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model uses the same settings and seeds, so the comparison is fair.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measure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852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report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accuracy, precision, recall, F1, confusion matrix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and accuracy curves over time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 per epoch and total training time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repeat runs with several random seeds and explain any differences.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expect to learn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part of a neural network really works.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find the cause when training goes wrong.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version and the framework behave alike or differently.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goal: try the same approach with transformers.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Networks from the Ground Up</dc:title>
  <dc:subject>PptxGenJS Presentation</dc:subject>
  <dc:creator>PptxGenJS</dc:creator>
  <cp:lastModifiedBy>PptxGenJS</cp:lastModifiedBy>
  <cp:revision>1</cp:revision>
  <dcterms:created xsi:type="dcterms:W3CDTF">2026-10-04T18:54:37Z</dcterms:created>
  <dcterms:modified xsi:type="dcterms:W3CDTF">2026-10-04T18:54:37Z</dcterms:modified>
</cp:coreProperties>
</file>